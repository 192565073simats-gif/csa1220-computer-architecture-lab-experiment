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9B4DE-E006-429E-9C5B-EB5A9DEB0101}" v="17" dt="2026-07-19T11:33:41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>
      <p:cViewPr varScale="1">
        <p:scale>
          <a:sx n="85" d="100"/>
          <a:sy n="85" d="100"/>
        </p:scale>
        <p:origin x="509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KUMAR P" userId="bb87489abb79720e" providerId="LiveId" clId="{C1CEB504-AB20-4D45-BFF2-8DA2A3001FBF}"/>
    <pc:docChg chg="undo custSel delSld modSld">
      <pc:chgData name="SANJAY KUMAR P" userId="bb87489abb79720e" providerId="LiveId" clId="{C1CEB504-AB20-4D45-BFF2-8DA2A3001FBF}" dt="2026-07-20T07:44:18.554" v="300" actId="47"/>
      <pc:docMkLst>
        <pc:docMk/>
      </pc:docMkLst>
      <pc:sldChg chg="addSp delSp modSp mod">
        <pc:chgData name="SANJAY KUMAR P" userId="bb87489abb79720e" providerId="LiveId" clId="{C1CEB504-AB20-4D45-BFF2-8DA2A3001FBF}" dt="2026-07-19T11:35:32.912" v="298" actId="1036"/>
        <pc:sldMkLst>
          <pc:docMk/>
          <pc:sldMk cId="1332291891" sldId="257"/>
        </pc:sldMkLst>
        <pc:picChg chg="add del">
          <ac:chgData name="SANJAY KUMAR P" userId="bb87489abb79720e" providerId="LiveId" clId="{C1CEB504-AB20-4D45-BFF2-8DA2A3001FBF}" dt="2026-07-19T11:33:43.664" v="270" actId="22"/>
          <ac:picMkLst>
            <pc:docMk/>
            <pc:sldMk cId="1332291891" sldId="257"/>
            <ac:picMk id="3" creationId="{2CB0133F-84BE-4FC2-F4AD-52CC409643A9}"/>
          </ac:picMkLst>
        </pc:picChg>
        <pc:picChg chg="add del mod ord">
          <ac:chgData name="SANJAY KUMAR P" userId="bb87489abb79720e" providerId="LiveId" clId="{C1CEB504-AB20-4D45-BFF2-8DA2A3001FBF}" dt="2026-07-19T11:33:43.386" v="269" actId="22"/>
          <ac:picMkLst>
            <pc:docMk/>
            <pc:sldMk cId="1332291891" sldId="257"/>
            <ac:picMk id="5" creationId="{8B0FEF46-610B-81F5-31FF-EFB5D96D0CC4}"/>
          </ac:picMkLst>
        </pc:picChg>
        <pc:picChg chg="add mod ord">
          <ac:chgData name="SANJAY KUMAR P" userId="bb87489abb79720e" providerId="LiveId" clId="{C1CEB504-AB20-4D45-BFF2-8DA2A3001FBF}" dt="2026-07-19T11:35:32.912" v="298" actId="1036"/>
          <ac:picMkLst>
            <pc:docMk/>
            <pc:sldMk cId="1332291891" sldId="257"/>
            <ac:picMk id="8" creationId="{0A36E1F3-A3E9-7070-5423-D03FC6094C8B}"/>
          </ac:picMkLst>
        </pc:picChg>
      </pc:sldChg>
      <pc:sldChg chg="addSp delSp modSp mod">
        <pc:chgData name="SANJAY KUMAR P" userId="bb87489abb79720e" providerId="LiveId" clId="{C1CEB504-AB20-4D45-BFF2-8DA2A3001FBF}" dt="2026-07-19T11:29:30.941" v="200"/>
        <pc:sldMkLst>
          <pc:docMk/>
          <pc:sldMk cId="4264977537" sldId="259"/>
        </pc:sldMkLst>
        <pc:spChg chg="add mod">
          <ac:chgData name="SANJAY KUMAR P" userId="bb87489abb79720e" providerId="LiveId" clId="{C1CEB504-AB20-4D45-BFF2-8DA2A3001FBF}" dt="2026-07-19T11:19:37.602" v="59" actId="1076"/>
          <ac:spMkLst>
            <pc:docMk/>
            <pc:sldMk cId="4264977537" sldId="259"/>
            <ac:spMk id="3" creationId="{0FEB2F93-30A1-61A1-F367-C485AD3612D8}"/>
          </ac:spMkLst>
        </pc:spChg>
        <pc:spChg chg="mod">
          <ac:chgData name="SANJAY KUMAR P" userId="bb87489abb79720e" providerId="LiveId" clId="{C1CEB504-AB20-4D45-BFF2-8DA2A3001FBF}" dt="2026-07-19T11:18:31.062" v="48" actId="1076"/>
          <ac:spMkLst>
            <pc:docMk/>
            <pc:sldMk cId="4264977537" sldId="259"/>
            <ac:spMk id="4" creationId="{00000000-0000-0000-0000-000000000000}"/>
          </ac:spMkLst>
        </pc:spChg>
        <pc:spChg chg="del">
          <ac:chgData name="SANJAY KUMAR P" userId="bb87489abb79720e" providerId="LiveId" clId="{C1CEB504-AB20-4D45-BFF2-8DA2A3001FBF}" dt="2026-07-19T11:15:20.923" v="26" actId="478"/>
          <ac:spMkLst>
            <pc:docMk/>
            <pc:sldMk cId="4264977537" sldId="259"/>
            <ac:spMk id="5" creationId="{00000000-0000-0000-0000-000000000000}"/>
          </ac:spMkLst>
        </pc:spChg>
        <pc:spChg chg="add del mod">
          <ac:chgData name="SANJAY KUMAR P" userId="bb87489abb79720e" providerId="LiveId" clId="{C1CEB504-AB20-4D45-BFF2-8DA2A3001FBF}" dt="2026-07-19T11:29:30.941" v="200"/>
          <ac:spMkLst>
            <pc:docMk/>
            <pc:sldMk cId="4264977537" sldId="259"/>
            <ac:spMk id="8" creationId="{3405E9E4-E2C2-AF9F-FF3A-AB8827F6C37C}"/>
          </ac:spMkLst>
        </pc:spChg>
        <pc:spChg chg="add mod">
          <ac:chgData name="SANJAY KUMAR P" userId="bb87489abb79720e" providerId="LiveId" clId="{C1CEB504-AB20-4D45-BFF2-8DA2A3001FBF}" dt="2026-07-19T11:28:54.200" v="169" actId="767"/>
          <ac:spMkLst>
            <pc:docMk/>
            <pc:sldMk cId="4264977537" sldId="259"/>
            <ac:spMk id="9" creationId="{2EB3F232-D050-F048-18C2-879343F7E151}"/>
          </ac:spMkLst>
        </pc:spChg>
        <pc:spChg chg="add mod">
          <ac:chgData name="SANJAY KUMAR P" userId="bb87489abb79720e" providerId="LiveId" clId="{C1CEB504-AB20-4D45-BFF2-8DA2A3001FBF}" dt="2026-07-19T11:29:29.262" v="198" actId="1076"/>
          <ac:spMkLst>
            <pc:docMk/>
            <pc:sldMk cId="4264977537" sldId="259"/>
            <ac:spMk id="10" creationId="{0C4079AD-4411-16CE-B8C9-0783DC1B6510}"/>
          </ac:spMkLst>
        </pc:spChg>
        <pc:picChg chg="add mod">
          <ac:chgData name="SANJAY KUMAR P" userId="bb87489abb79720e" providerId="LiveId" clId="{C1CEB504-AB20-4D45-BFF2-8DA2A3001FBF}" dt="2026-07-19T11:28:32.887" v="166" actId="1076"/>
          <ac:picMkLst>
            <pc:docMk/>
            <pc:sldMk cId="4264977537" sldId="259"/>
            <ac:picMk id="7" creationId="{7C476758-405C-865A-74C9-85F1DCE80A5C}"/>
          </ac:picMkLst>
        </pc:picChg>
      </pc:sldChg>
      <pc:sldChg chg="addSp delSp modSp mod">
        <pc:chgData name="SANJAY KUMAR P" userId="bb87489abb79720e" providerId="LiveId" clId="{C1CEB504-AB20-4D45-BFF2-8DA2A3001FBF}" dt="2026-07-19T11:21:55.707" v="86" actId="20577"/>
        <pc:sldMkLst>
          <pc:docMk/>
          <pc:sldMk cId="2672039197" sldId="261"/>
        </pc:sldMkLst>
        <pc:spChg chg="add mod">
          <ac:chgData name="SANJAY KUMAR P" userId="bb87489abb79720e" providerId="LiveId" clId="{C1CEB504-AB20-4D45-BFF2-8DA2A3001FBF}" dt="2026-07-19T11:20:39.384" v="69" actId="1076"/>
          <ac:spMkLst>
            <pc:docMk/>
            <pc:sldMk cId="2672039197" sldId="261"/>
            <ac:spMk id="3" creationId="{76927C08-5B79-293F-4E90-3D6A7517896E}"/>
          </ac:spMkLst>
        </pc:spChg>
        <pc:spChg chg="add mod">
          <ac:chgData name="SANJAY KUMAR P" userId="bb87489abb79720e" providerId="LiveId" clId="{C1CEB504-AB20-4D45-BFF2-8DA2A3001FBF}" dt="2026-07-19T11:21:21.011" v="78" actId="1076"/>
          <ac:spMkLst>
            <pc:docMk/>
            <pc:sldMk cId="2672039197" sldId="261"/>
            <ac:spMk id="5" creationId="{CEAD99CE-A4FD-3A0C-7C36-8E7F45937FFF}"/>
          </ac:spMkLst>
        </pc:spChg>
        <pc:spChg chg="del">
          <ac:chgData name="SANJAY KUMAR P" userId="bb87489abb79720e" providerId="LiveId" clId="{C1CEB504-AB20-4D45-BFF2-8DA2A3001FBF}" dt="2026-07-19T11:19:49.500" v="60" actId="478"/>
          <ac:spMkLst>
            <pc:docMk/>
            <pc:sldMk cId="2672039197" sldId="261"/>
            <ac:spMk id="7" creationId="{00000000-0000-0000-0000-000000000000}"/>
          </ac:spMkLst>
        </pc:spChg>
        <pc:spChg chg="del">
          <ac:chgData name="SANJAY KUMAR P" userId="bb87489abb79720e" providerId="LiveId" clId="{C1CEB504-AB20-4D45-BFF2-8DA2A3001FBF}" dt="2026-07-19T11:19:49.500" v="60" actId="478"/>
          <ac:spMkLst>
            <pc:docMk/>
            <pc:sldMk cId="2672039197" sldId="261"/>
            <ac:spMk id="8" creationId="{00000000-0000-0000-0000-000000000000}"/>
          </ac:spMkLst>
        </pc:spChg>
        <pc:spChg chg="del">
          <ac:chgData name="SANJAY KUMAR P" userId="bb87489abb79720e" providerId="LiveId" clId="{C1CEB504-AB20-4D45-BFF2-8DA2A3001FBF}" dt="2026-07-19T11:19:49.500" v="60" actId="478"/>
          <ac:spMkLst>
            <pc:docMk/>
            <pc:sldMk cId="2672039197" sldId="261"/>
            <ac:spMk id="9" creationId="{00000000-0000-0000-0000-000000000000}"/>
          </ac:spMkLst>
        </pc:spChg>
        <pc:spChg chg="del">
          <ac:chgData name="SANJAY KUMAR P" userId="bb87489abb79720e" providerId="LiveId" clId="{C1CEB504-AB20-4D45-BFF2-8DA2A3001FBF}" dt="2026-07-19T11:19:49.500" v="60" actId="478"/>
          <ac:spMkLst>
            <pc:docMk/>
            <pc:sldMk cId="2672039197" sldId="261"/>
            <ac:spMk id="10" creationId="{00000000-0000-0000-0000-000000000000}"/>
          </ac:spMkLst>
        </pc:spChg>
        <pc:spChg chg="del">
          <ac:chgData name="SANJAY KUMAR P" userId="bb87489abb79720e" providerId="LiveId" clId="{C1CEB504-AB20-4D45-BFF2-8DA2A3001FBF}" dt="2026-07-19T11:19:49.500" v="60" actId="478"/>
          <ac:spMkLst>
            <pc:docMk/>
            <pc:sldMk cId="2672039197" sldId="261"/>
            <ac:spMk id="11" creationId="{00000000-0000-0000-0000-000000000000}"/>
          </ac:spMkLst>
        </pc:spChg>
        <pc:spChg chg="add mod">
          <ac:chgData name="SANJAY KUMAR P" userId="bb87489abb79720e" providerId="LiveId" clId="{C1CEB504-AB20-4D45-BFF2-8DA2A3001FBF}" dt="2026-07-19T11:21:55.707" v="86" actId="20577"/>
          <ac:spMkLst>
            <pc:docMk/>
            <pc:sldMk cId="2672039197" sldId="261"/>
            <ac:spMk id="12" creationId="{800D0BDC-6EBB-D287-F96A-490AC2244DFD}"/>
          </ac:spMkLst>
        </pc:spChg>
      </pc:sldChg>
      <pc:sldChg chg="addSp modSp mod">
        <pc:chgData name="SANJAY KUMAR P" userId="bb87489abb79720e" providerId="LiveId" clId="{C1CEB504-AB20-4D45-BFF2-8DA2A3001FBF}" dt="2026-07-19T11:23:56.501" v="109" actId="1076"/>
        <pc:sldMkLst>
          <pc:docMk/>
          <pc:sldMk cId="397710800" sldId="262"/>
        </pc:sldMkLst>
        <pc:spChg chg="mod">
          <ac:chgData name="SANJAY KUMAR P" userId="bb87489abb79720e" providerId="LiveId" clId="{C1CEB504-AB20-4D45-BFF2-8DA2A3001FBF}" dt="2026-07-19T11:22:50.927" v="96" actId="14100"/>
          <ac:spMkLst>
            <pc:docMk/>
            <pc:sldMk cId="397710800" sldId="262"/>
            <ac:spMk id="3" creationId="{00000000-0000-0000-0000-000000000000}"/>
          </ac:spMkLst>
        </pc:spChg>
        <pc:spChg chg="add mod">
          <ac:chgData name="SANJAY KUMAR P" userId="bb87489abb79720e" providerId="LiveId" clId="{C1CEB504-AB20-4D45-BFF2-8DA2A3001FBF}" dt="2026-07-19T11:23:56.501" v="109" actId="1076"/>
          <ac:spMkLst>
            <pc:docMk/>
            <pc:sldMk cId="397710800" sldId="262"/>
            <ac:spMk id="4" creationId="{B50B8878-BD38-8A31-516B-D909D2914E1A}"/>
          </ac:spMkLst>
        </pc:spChg>
      </pc:sldChg>
      <pc:sldChg chg="addSp modSp mod">
        <pc:chgData name="SANJAY KUMAR P" userId="bb87489abb79720e" providerId="LiveId" clId="{C1CEB504-AB20-4D45-BFF2-8DA2A3001FBF}" dt="2026-07-19T11:24:26.287" v="123" actId="1076"/>
        <pc:sldMkLst>
          <pc:docMk/>
          <pc:sldMk cId="1405850135" sldId="263"/>
        </pc:sldMkLst>
        <pc:spChg chg="add mod">
          <ac:chgData name="SANJAY KUMAR P" userId="bb87489abb79720e" providerId="LiveId" clId="{C1CEB504-AB20-4D45-BFF2-8DA2A3001FBF}" dt="2026-07-19T11:24:26.287" v="123" actId="1076"/>
          <ac:spMkLst>
            <pc:docMk/>
            <pc:sldMk cId="1405850135" sldId="263"/>
            <ac:spMk id="2" creationId="{50E79791-E16A-FB07-9D38-6C0F8DF80A0F}"/>
          </ac:spMkLst>
        </pc:spChg>
      </pc:sldChg>
      <pc:sldChg chg="del">
        <pc:chgData name="SANJAY KUMAR P" userId="bb87489abb79720e" providerId="LiveId" clId="{C1CEB504-AB20-4D45-BFF2-8DA2A3001FBF}" dt="2026-07-20T07:44:18.554" v="300" actId="47"/>
        <pc:sldMkLst>
          <pc:docMk/>
          <pc:sldMk cId="3480339974" sldId="265"/>
        </pc:sldMkLst>
      </pc:sldChg>
      <pc:sldChg chg="addSp modSp mod">
        <pc:chgData name="SANJAY KUMAR P" userId="bb87489abb79720e" providerId="LiveId" clId="{C1CEB504-AB20-4D45-BFF2-8DA2A3001FBF}" dt="2026-07-19T11:26:44.033" v="161" actId="12"/>
        <pc:sldMkLst>
          <pc:docMk/>
          <pc:sldMk cId="1484811712" sldId="267"/>
        </pc:sldMkLst>
        <pc:spChg chg="add mod">
          <ac:chgData name="SANJAY KUMAR P" userId="bb87489abb79720e" providerId="LiveId" clId="{C1CEB504-AB20-4D45-BFF2-8DA2A3001FBF}" dt="2026-07-19T11:26:22.251" v="157" actId="1076"/>
          <ac:spMkLst>
            <pc:docMk/>
            <pc:sldMk cId="1484811712" sldId="267"/>
            <ac:spMk id="3" creationId="{89FF2855-8B53-DD04-64DD-8FF58E6180CF}"/>
          </ac:spMkLst>
        </pc:spChg>
        <pc:spChg chg="mod">
          <ac:chgData name="SANJAY KUMAR P" userId="bb87489abb79720e" providerId="LiveId" clId="{C1CEB504-AB20-4D45-BFF2-8DA2A3001FBF}" dt="2026-07-19T11:26:44.033" v="161" actId="12"/>
          <ac:spMkLst>
            <pc:docMk/>
            <pc:sldMk cId="1484811712" sldId="267"/>
            <ac:spMk id="8" creationId="{44B5A5A9-D1FE-F907-0E10-073115239C68}"/>
          </ac:spMkLst>
        </pc:spChg>
        <pc:picChg chg="add mod">
          <ac:chgData name="SANJAY KUMAR P" userId="bb87489abb79720e" providerId="LiveId" clId="{C1CEB504-AB20-4D45-BFF2-8DA2A3001FBF}" dt="2026-07-19T11:25:42.182" v="133" actId="14100"/>
          <ac:picMkLst>
            <pc:docMk/>
            <pc:sldMk cId="1484811712" sldId="267"/>
            <ac:picMk id="2" creationId="{7CD049F2-B90F-2462-8553-09C77060D4DF}"/>
          </ac:picMkLst>
        </pc:picChg>
      </pc:sldChg>
      <pc:sldChg chg="addSp delSp modSp mod">
        <pc:chgData name="SANJAY KUMAR P" userId="bb87489abb79720e" providerId="LiveId" clId="{C1CEB504-AB20-4D45-BFF2-8DA2A3001FBF}" dt="2026-07-19T11:25:24.509" v="127" actId="478"/>
        <pc:sldMkLst>
          <pc:docMk/>
          <pc:sldMk cId="3529114326" sldId="268"/>
        </pc:sldMkLst>
        <pc:picChg chg="add del mod">
          <ac:chgData name="SANJAY KUMAR P" userId="bb87489abb79720e" providerId="LiveId" clId="{C1CEB504-AB20-4D45-BFF2-8DA2A3001FBF}" dt="2026-07-19T11:25:24.509" v="127" actId="478"/>
          <ac:picMkLst>
            <pc:docMk/>
            <pc:sldMk cId="3529114326" sldId="268"/>
            <ac:picMk id="2" creationId="{F953EF61-D406-A9A3-4834-013C9CA69AA3}"/>
          </ac:picMkLst>
        </pc:picChg>
      </pc:sldChg>
      <pc:sldChg chg="addSp delSp modSp mod">
        <pc:chgData name="SANJAY KUMAR P" userId="bb87489abb79720e" providerId="LiveId" clId="{C1CEB504-AB20-4D45-BFF2-8DA2A3001FBF}" dt="2026-07-19T11:12:11.317" v="11" actId="20577"/>
        <pc:sldMkLst>
          <pc:docMk/>
          <pc:sldMk cId="4123189245" sldId="270"/>
        </pc:sldMkLst>
        <pc:spChg chg="mod">
          <ac:chgData name="SANJAY KUMAR P" userId="bb87489abb79720e" providerId="LiveId" clId="{C1CEB504-AB20-4D45-BFF2-8DA2A3001FBF}" dt="2026-07-19T11:12:11.317" v="11" actId="20577"/>
          <ac:spMkLst>
            <pc:docMk/>
            <pc:sldMk cId="4123189245" sldId="270"/>
            <ac:spMk id="3" creationId="{00000000-0000-0000-0000-000000000000}"/>
          </ac:spMkLst>
        </pc:spChg>
        <pc:spChg chg="add del mod">
          <ac:chgData name="SANJAY KUMAR P" userId="bb87489abb79720e" providerId="LiveId" clId="{C1CEB504-AB20-4D45-BFF2-8DA2A3001FBF}" dt="2026-07-19T11:11:27.007" v="3" actId="478"/>
          <ac:spMkLst>
            <pc:docMk/>
            <pc:sldMk cId="4123189245" sldId="270"/>
            <ac:spMk id="6" creationId="{80E3DE7F-3211-4932-0457-DCC6D70979F0}"/>
          </ac:spMkLst>
        </pc:spChg>
        <pc:graphicFrameChg chg="del">
          <ac:chgData name="SANJAY KUMAR P" userId="bb87489abb79720e" providerId="LiveId" clId="{C1CEB504-AB20-4D45-BFF2-8DA2A3001FBF}" dt="2026-07-19T11:11:21.808" v="2" actId="478"/>
          <ac:graphicFrameMkLst>
            <pc:docMk/>
            <pc:sldMk cId="4123189245" sldId="270"/>
            <ac:graphicFrameMk id="5" creationId="{00000000-0000-0000-0000-000000000000}"/>
          </ac:graphicFrameMkLst>
        </pc:graphicFrameChg>
      </pc:sldChg>
      <pc:sldChg chg="del">
        <pc:chgData name="SANJAY KUMAR P" userId="bb87489abb79720e" providerId="LiveId" clId="{C1CEB504-AB20-4D45-BFF2-8DA2A3001FBF}" dt="2026-07-20T07:44:16.261" v="299" actId="47"/>
        <pc:sldMkLst>
          <pc:docMk/>
          <pc:sldMk cId="2319046984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3th Gen Intel® Core™ Processor Family">
            <a:extLst>
              <a:ext uri="{FF2B5EF4-FFF2-40B4-BE49-F238E27FC236}">
                <a16:creationId xmlns:a16="http://schemas.microsoft.com/office/drawing/2014/main" id="{0A36E1F3-A3E9-7070-5423-D03FC6094C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27384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3383" y="2348880"/>
            <a:ext cx="4762058" cy="39652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CSA1220-COMPUTER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190B6-5943-E55F-C59D-3ED73E745E2A}"/>
              </a:ext>
            </a:extLst>
          </p:cNvPr>
          <p:cNvSpPr txBox="1"/>
          <p:nvPr/>
        </p:nvSpPr>
        <p:spPr>
          <a:xfrm>
            <a:off x="1708362" y="1556792"/>
            <a:ext cx="85689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Superscalar Processing and Modern CPU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89215-DA0F-9B15-4891-6CB2666C42B6}"/>
              </a:ext>
            </a:extLst>
          </p:cNvPr>
          <p:cNvSpPr txBox="1"/>
          <p:nvPr/>
        </p:nvSpPr>
        <p:spPr>
          <a:xfrm>
            <a:off x="8876738" y="5157192"/>
            <a:ext cx="28011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KUMAR 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192565073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A9359-D010-19E0-3E42-49115E1434B4}"/>
              </a:ext>
            </a:extLst>
          </p:cNvPr>
          <p:cNvSpPr txBox="1"/>
          <p:nvPr/>
        </p:nvSpPr>
        <p:spPr>
          <a:xfrm>
            <a:off x="1341884" y="5280302"/>
            <a:ext cx="17904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GUIDED BY</a:t>
            </a:r>
          </a:p>
          <a:p>
            <a:r>
              <a:rPr lang="en-IN" sz="2800" dirty="0"/>
              <a:t>RADHIKA 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438228" y="332657"/>
            <a:ext cx="3744416" cy="79208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Superscalar Processing?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modern CPU architecture designed to execute multiple instructions in a single clock cycle.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execution units such as ALUs and FPUs.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processor performance without increasing clock speed.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Intel Core, 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Apple M-series, and ARM Cortex processors.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E7D3B2-4671-91B0-9B61-86930A23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00" y="333891"/>
            <a:ext cx="6356019" cy="72008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WORKING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5A5A9-D1FE-F907-0E10-073115239C68}"/>
              </a:ext>
            </a:extLst>
          </p:cNvPr>
          <p:cNvSpPr txBox="1"/>
          <p:nvPr/>
        </p:nvSpPr>
        <p:spPr>
          <a:xfrm>
            <a:off x="1197868" y="1159404"/>
            <a:ext cx="7472143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a Superscalar Processor: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multiple instructions.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instructions.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 dependencies.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 instructions to different execution units.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instructions simultaneously.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results.</a:t>
            </a:r>
          </a:p>
        </p:txBody>
      </p:sp>
      <p:pic>
        <p:nvPicPr>
          <p:cNvPr id="2" name="Picture 1" descr="CPU Architecture Components Structure Diagram Stock Vector ...">
            <a:extLst>
              <a:ext uri="{FF2B5EF4-FFF2-40B4-BE49-F238E27FC236}">
                <a16:creationId xmlns:a16="http://schemas.microsoft.com/office/drawing/2014/main" id="{7CD049F2-B90F-2462-8553-09C77060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708" y="1340768"/>
            <a:ext cx="2984659" cy="2859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FF2855-8B53-DD04-64DD-8FF58E6180CF}"/>
              </a:ext>
            </a:extLst>
          </p:cNvPr>
          <p:cNvSpPr txBox="1"/>
          <p:nvPr/>
        </p:nvSpPr>
        <p:spPr>
          <a:xfrm>
            <a:off x="9118748" y="4487347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CPU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109" y="408820"/>
            <a:ext cx="5544616" cy="66188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TECHNIQUES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379937"/>
            <a:ext cx="10420145" cy="50336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Out-of-Order Execution: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independent instructions before earlier instructions finish.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waiting time.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CPU efficiency.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Speculative Execution: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instructions using branch prediction.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predicted instructions in advance.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execution time when predictions are correct.</a:t>
            </a: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73" y="684395"/>
            <a:ext cx="4483555" cy="58988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HYPER-THREADING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276129" cy="446532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Hyper-Threading is an Intel technology that allows one physical core to function as two logical processors, improving multitasking and CPU utilization.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multitasking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CPU utilization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parallel processing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55838" y="345281"/>
            <a:ext cx="3677147" cy="6810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B2F93-30A1-61A1-F367-C485AD3612D8}"/>
              </a:ext>
            </a:extLst>
          </p:cNvPr>
          <p:cNvSpPr txBox="1"/>
          <p:nvPr/>
        </p:nvSpPr>
        <p:spPr>
          <a:xfrm>
            <a:off x="1125860" y="1124744"/>
            <a:ext cx="10513168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Superscalar processors are widely used in modern computing applications.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2868613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Editing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i5 / i7 / i9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</a:t>
            </a:r>
          </a:p>
        </p:txBody>
      </p:sp>
      <p:pic>
        <p:nvPicPr>
          <p:cNvPr id="7" name="Picture 6" descr="What Is Amd Ryzen 5 Compared To Intel – CPHBOU">
            <a:extLst>
              <a:ext uri="{FF2B5EF4-FFF2-40B4-BE49-F238E27FC236}">
                <a16:creationId xmlns:a16="http://schemas.microsoft.com/office/drawing/2014/main" id="{7C476758-405C-865A-74C9-85F1DCE8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12" y="2492896"/>
            <a:ext cx="4169555" cy="34266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4079AD-4411-16CE-B8C9-0783DC1B6510}"/>
              </a:ext>
            </a:extLst>
          </p:cNvPr>
          <p:cNvSpPr txBox="1"/>
          <p:nvPr/>
        </p:nvSpPr>
        <p:spPr>
          <a:xfrm>
            <a:off x="7030516" y="6024541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AND AMD PROCESSOR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7C08-5B79-293F-4E90-3D6A75178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555" y="260648"/>
            <a:ext cx="6531713" cy="66188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D99CE-A4FD-3A0C-7C36-8E7F45937FFF}"/>
              </a:ext>
            </a:extLst>
          </p:cNvPr>
          <p:cNvSpPr txBox="1"/>
          <p:nvPr/>
        </p:nvSpPr>
        <p:spPr>
          <a:xfrm>
            <a:off x="1125860" y="1844824"/>
            <a:ext cx="439248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High processing speed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Executes multiple instructions simultaneously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multitasking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Efficient CPU utilization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Improved overall performance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D0BDC-6EBB-D287-F96A-490AC2244DFD}"/>
              </a:ext>
            </a:extLst>
          </p:cNvPr>
          <p:cNvSpPr txBox="1"/>
          <p:nvPr/>
        </p:nvSpPr>
        <p:spPr>
          <a:xfrm>
            <a:off x="6670478" y="1988840"/>
            <a:ext cx="421871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✖ Complex processor design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✖ Higher manufacturing cost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✖ Increased power consumption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✖ Security vulnerabilities (Spectre &amp; Meltdown)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98268" y="476672"/>
            <a:ext cx="3024336" cy="66188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B8878-BD38-8A31-516B-D909D2914E1A}"/>
              </a:ext>
            </a:extLst>
          </p:cNvPr>
          <p:cNvSpPr txBox="1"/>
          <p:nvPr/>
        </p:nvSpPr>
        <p:spPr>
          <a:xfrm>
            <a:off x="1089856" y="1700808"/>
            <a:ext cx="1044116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Superscalar architecture is one of the most important advancements in modern computer architecture.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processor performance by executing multiple instructions in parallel.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such as Out-of-Order Execution, Speculative Execution, and Hyper-Threading make today's processors faster and more efficient.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CPUs from Intel, AMD, Apple, and ARM all use these techniques to deliver high performance.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79791-E16A-FB07-9D38-6C0F8DF80A0F}"/>
              </a:ext>
            </a:extLst>
          </p:cNvPr>
          <p:cNvSpPr txBox="1"/>
          <p:nvPr/>
        </p:nvSpPr>
        <p:spPr>
          <a:xfrm>
            <a:off x="3286100" y="2204864"/>
            <a:ext cx="64704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111</TotalTime>
  <Words>353</Words>
  <Application>Microsoft Office PowerPoint</Application>
  <PresentationFormat>Custom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Tech 16x9</vt:lpstr>
      <vt:lpstr>CSA1220-COMPUTER ARCHITECTURE</vt:lpstr>
      <vt:lpstr>INTRODUCTION</vt:lpstr>
      <vt:lpstr>ARCHITECTURE &amp; WORKING</vt:lpstr>
      <vt:lpstr>ADVANCED TECHNIQUES</vt:lpstr>
      <vt:lpstr>HYPER-THREADING</vt:lpstr>
      <vt:lpstr>APPLICATIONS</vt:lpstr>
      <vt:lpstr>ADVANTAGES &amp; LIMITATIONS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KUMAR P</dc:creator>
  <cp:lastModifiedBy>SANJAY KUMAR P</cp:lastModifiedBy>
  <cp:revision>1</cp:revision>
  <dcterms:created xsi:type="dcterms:W3CDTF">2026-07-19T02:22:28Z</dcterms:created>
  <dcterms:modified xsi:type="dcterms:W3CDTF">2026-07-20T07:44:25Z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